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5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84.5% of Sessions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Converting?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case study on purchase intent prediction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Indian e-commerce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645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Statalytical Showdown  |  Mohit  |  MNNIT Allahabad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Indian e-commerce platform sees only 15.5% of website sessions result in a purchase. The business needs to understand: who are the high-intent visitors, what drives their behaviour, and how can we identify them in real time to act?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converts?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which visitors are most likely to buy?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23957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signals intent?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6791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behaviours predict a purchase session?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23957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it?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6791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conversion predictor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9136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12,330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44074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3877056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03120" y="39136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103120" y="44074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877056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0" y="39136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0480" y="44074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Non-Buyers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877056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39136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77840" y="44074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3877056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0" y="39136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15200" y="44074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CLASS IMBALANCE</a:t>
            </a:r>
            <a:endParaRPr lang="en-US" sz="1400" dirty="0"/>
          </a:p>
        </p:txBody>
      </p:sp>
      <p:pic>
        <p:nvPicPr>
          <p:cNvPr id="4" name="Image 0" descr="/home/claude/class_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475488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7772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86868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predicting 'No Purchase' every time achieves 84.5% accuracy — but catches zero buyers. Accuracy is completely misleading here.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94960" y="22860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32120" y="2359152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Metric: F1 Score
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(avoiding false alarms) and recall (catching real buyers). We apply SMOTE to balance training data.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0" y="34290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32120" y="350215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Ratio: 5.5 : 1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Non-buyers vs Buyers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SMOTE oversampling before model training to prevent bias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10,422 non-buyers vs 1,908 buyers — standard classifiers will ignore the minority class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Month</a:t>
            </a:r>
            <a:endParaRPr lang="en-US" sz="1200" dirty="0"/>
          </a:p>
        </p:txBody>
      </p:sp>
      <p:pic>
        <p:nvPicPr>
          <p:cNvPr id="5" name="Image 0" descr="/home/claude/purchase_by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9768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364992"/>
            <a:ext cx="429768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43814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&amp; Oct convert at 25% and 21% — 2.5x the platform average. Feb almost dead at 1.6%.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46320" y="731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Visitor Type</a:t>
            </a:r>
            <a:endParaRPr lang="en-US" sz="1200" dirty="0"/>
          </a:p>
        </p:txBody>
      </p:sp>
      <p:pic>
        <p:nvPicPr>
          <p:cNvPr id="9" name="Image 1" descr="/home/claude/purchase_by_vis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05840"/>
            <a:ext cx="4114800" cy="2286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3364992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92040" y="343814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visitors convert at 25% vs returning at 14%. Returning visitors browse casually — need re-engagement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SOURCE ANALYSIS</a:t>
            </a:r>
            <a:endParaRPr lang="en-US" sz="1400" dirty="0"/>
          </a:p>
        </p:txBody>
      </p:sp>
      <p:pic>
        <p:nvPicPr>
          <p:cNvPr id="4" name="Image 0" descr="/home/claude/purchase_by_traff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3794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" y="4270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Traffic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converting — 2x platform average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37947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37560" y="4270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/ Influencer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37560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— channel mismatch or insufficient data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39" y="3794760"/>
            <a:ext cx="9319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263640" y="4270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Advertising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paid channel — users arrive with intent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PURCHASE INTENT? (SHAP Analysis)</a:t>
            </a:r>
            <a:endParaRPr lang="en-US" sz="1400" dirty="0"/>
          </a:p>
        </p:txBody>
      </p:sp>
      <p:pic>
        <p:nvPicPr>
          <p:cNvPr id="4" name="Image 0" descr="/home/claude/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3035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777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60720" y="1143000"/>
            <a:ext cx="3108960" cy="804672"/>
          </a:xfrm>
          <a:prstGeom prst="roundRect">
            <a:avLst>
              <a:gd name="adj" fmla="val 7955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27648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4813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PageValues &gt; 0 are overwhelmingly buyers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2057400"/>
            <a:ext cx="3108960" cy="804672"/>
          </a:xfrm>
          <a:prstGeom prst="roundRect">
            <a:avLst>
              <a:gd name="adj" fmla="val 7955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2103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27648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high_page_value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23957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binary flag — stronger than raw PageValues (0.60 vs 0.49)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0" y="2971800"/>
            <a:ext cx="3108960" cy="804672"/>
          </a:xfrm>
          <a:prstGeom prst="roundRect">
            <a:avLst>
              <a:gd name="adj" fmla="val 7955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27648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is_festive_month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33101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— Oct/Nov significantly boost conversion probability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3886200"/>
            <a:ext cx="3108960" cy="804672"/>
          </a:xfrm>
          <a:prstGeom prst="roundRect">
            <a:avLst>
              <a:gd name="adj" fmla="val 7955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52160" y="3931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27648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52160" y="42245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exit rate = strong negative signal, user leaving without buying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76072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top 3 predictors are engineered features — feature engineering validated by SHAP.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Minority Class F1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4754880" cy="251460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(SMOTE) - SELECTED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(Class Weight)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(SMOTE)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(Class Weight)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(SMOTE)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(Class Weight)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749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Final Model</a:t>
            </a:r>
            <a:endParaRPr lang="en-US" sz="1200" dirty="0"/>
          </a:p>
        </p:txBody>
      </p:sp>
      <p:pic>
        <p:nvPicPr>
          <p:cNvPr id="7" name="Image 0" descr="/home/claude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78992"/>
            <a:ext cx="3474720" cy="2651760"/>
          </a:xfrm>
          <a:prstGeom prst="rect">
            <a:avLst/>
          </a:prstGeom>
        </p:spPr>
      </p:pic>
      <p:sp>
        <p:nvSpPr>
          <p:cNvPr id="5" name="Shape 4"/>
          <p:cNvSpPr/>
          <p:nvPr/>
        </p:nvSpPr>
        <p:spPr>
          <a:xfrm>
            <a:off x="365760" y="3767328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85876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382 real buyers, we correctly flagged 265 (69.4%). Only 7.6% of non-buyers were incorrectly flagged. The cost of offering a discount to 8 casual browsers is far lower than missing 3 genuine buyers.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13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8138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marketing spend in Oct &amp; Nov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months convert at 2.5x average. Increase ad budget, launch promotions in Q4.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88696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9235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Nov: 25.4%  |  Oct: 21.0%  |  Feb: 1.6%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27048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591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59105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retargeting traffic channel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converts at 33% — double the platform average. Reallocate from low-converting channels.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66420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007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Retargeting: 33% vs Avg: 15.5%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368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3682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PageValues as a real-time intent trigger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65176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session's PageValue crosses zero, fire an intervention — discount popup or live chat.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44144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4780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= #1 SHAP predictor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81528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14553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returning visitors differently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42900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sessions are returning visitors but convert at only 14%. Target with personalised wishlists.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321868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25526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25%  |  Returning: 14%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858768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922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0120" y="392277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exit rates on product pages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20624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exit rates strongly predict non-conversion. Improve UX — better images, clear CTAs.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99592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403250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ExitRates = #4 SHAP predictor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Improve Conversion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by Just 3%...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9572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purchases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10,000 sessions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3317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39572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30906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retargeting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other channels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39572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69.4%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30906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buyers correctly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27432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330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+ SMOTE  |  F1: 0.658  |  Dataset: 12,330 sessions  |  Statalytical Showdown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740</Words>
  <Application>Microsoft Office PowerPoint</Application>
  <PresentationFormat>On-screen Show (16:9)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Conversion Intelligence</dc:title>
  <dc:subject>PptxGenJS Presentation</dc:subject>
  <dc:creator>PptxGenJS</dc:creator>
  <cp:lastModifiedBy>Mohit Goyal</cp:lastModifiedBy>
  <cp:revision>2</cp:revision>
  <dcterms:created xsi:type="dcterms:W3CDTF">2026-06-30T19:36:56Z</dcterms:created>
  <dcterms:modified xsi:type="dcterms:W3CDTF">2026-07-05T10:59:08Z</dcterms:modified>
</cp:coreProperties>
</file>